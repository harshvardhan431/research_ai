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005840"/>
            <a:ext cx="1371600" cy="13716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1576" y="13624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6060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ASSISTANT CHATBOT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280160" y="3337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Retrieval from Faculty &amp; Research Files, with Live Web Search Fallback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251960" y="5349240"/>
            <a:ext cx="3657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251960" y="54681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Harshvardhan Singh Chouhan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251960" y="5870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24881A05U0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right professor or research paper takes too much manual digging.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85800" cy="685800"/>
          </a:xfrm>
          <a:prstGeom prst="ellipse">
            <a:avLst/>
          </a:prstGeom>
          <a:solidFill>
            <a:srgbClr val="E8F1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" y="20071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8105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Information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54480" y="2148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profiles and research papers live in separate, unsearchable files.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685800" cy="685800"/>
          </a:xfrm>
          <a:prstGeom prst="ellipse">
            <a:avLst/>
          </a:prstGeom>
          <a:solidFill>
            <a:srgbClr val="E8F1F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" y="34244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322783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Manual Search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554480" y="35661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spend hours reading through PDFs to find one relevant answer.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4663440"/>
            <a:ext cx="685800" cy="685800"/>
          </a:xfrm>
          <a:prstGeom prst="ellipse">
            <a:avLst/>
          </a:prstGeom>
          <a:solidFill>
            <a:srgbClr val="E8F1F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" y="484174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46451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Fallback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554480" y="4983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local files don't have the answer, there's no easy way to search further.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chatbot that reads your files first, and only searches the web if it truly needs to.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E8F1F5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0" y="23317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2770" y="254569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383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Your Files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9319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faculty profiles and research papers, and turns them into searchable knowledge.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51960" y="196596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E8F1F5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32120" y="23317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090" y="254569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3383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 Before Answering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26280" y="39319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your question is actually answered in the files before doing anything else.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955280" y="196596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E8F1F5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235440" y="23317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9410" y="254569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83880" y="3383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Like an Assistant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29600" y="39319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clear, simple answers through an easy chat interface built with Streamlit.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follows one simple, smart path.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E8F1F5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23774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254" y="25319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108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2648" y="347472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question in the chat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468880" y="29718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〉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724912" y="214884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E8F1F5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10712" y="23774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246" y="253197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16352" y="3108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Files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834640" y="347472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faculty &amp; paper database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690872" y="29718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〉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4946904" y="214884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E8F1F5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632704" y="23774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238" y="253197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38344" y="3108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Found?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056632" y="347472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match found locally?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912864" y="29718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〉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7168896" y="214884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FFF4E5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854696" y="237744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9230" y="2531974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60336" y="3108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Else, Search Web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278624" y="347472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searches the internet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134856" y="29718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〉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9390888" y="2148840"/>
            <a:ext cx="1965960" cy="2103120"/>
          </a:xfrm>
          <a:prstGeom prst="roundRect">
            <a:avLst>
              <a:gd name="adj" fmla="val 4651"/>
            </a:avLst>
          </a:prstGeom>
          <a:solidFill>
            <a:srgbClr val="E8F1F5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076688" y="23774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1222" y="2531974"/>
            <a:ext cx="285293" cy="28529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482328" y="3108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Answer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9500616" y="347472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writes the final reply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548640" y="4663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first. Web search only as a backup. Never the other way around.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Knowledge Sources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chatbot keeps faculty info and research papers as two separate, focused databases.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3657600"/>
          </a:xfrm>
          <a:prstGeom prst="roundRect">
            <a:avLst>
              <a:gd name="adj" fmla="val 2500"/>
            </a:avLst>
          </a:prstGeom>
          <a:solidFill>
            <a:srgbClr val="E8F1F5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402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243047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3591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Database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329184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names &amp; designations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background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focus areas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faculty-related questions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26480" y="1920240"/>
            <a:ext cx="5120640" cy="3657600"/>
          </a:xfrm>
          <a:prstGeom prst="roundRect">
            <a:avLst>
              <a:gd name="adj" fmla="val 2500"/>
            </a:avLst>
          </a:prstGeom>
          <a:solidFill>
            <a:srgbClr val="EAF6F2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2240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715" y="243047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3591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 Database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83680" y="329184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papers, split into chunks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topics like NLP &amp; learning tech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topic/technical questions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RAG? (In Simple Words)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= Retrieval-Augmented Generation. It means: look up facts first, then let AI explain them.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40080" cy="640080"/>
          </a:xfrm>
          <a:prstGeom prst="ellipse">
            <a:avLst/>
          </a:prstGeom>
          <a:solidFill>
            <a:srgbClr val="E8F1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21323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4767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Convert text into numbers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08760" y="231343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sentence in the files is turned into a list of numbers (called an embedding) that captures its meaning.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640080" cy="640080"/>
          </a:xfrm>
          <a:prstGeom prst="ellipse">
            <a:avLst/>
          </a:prstGeom>
          <a:solidFill>
            <a:srgbClr val="E8F1F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1" y="34125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2278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Compare meaning, not just words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508760" y="359359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question is also converted into numbers, then compared to find the closest matching text.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526280"/>
            <a:ext cx="640080" cy="640080"/>
          </a:xfrm>
          <a:prstGeom prst="ellipse">
            <a:avLst/>
          </a:prstGeom>
          <a:solidFill>
            <a:srgbClr val="E8F1F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469270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5079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AI writes the final answer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508760" y="487375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matched text is handed to Gemini, which reads it and writes a clear, human-friendly answer.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modern tools working together.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219456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65860" y="25146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2281" y="26810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337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12648" y="3730752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24912" y="219456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387852" y="25146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273" y="26810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16352" y="3337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834640" y="3730752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answers &amp; embeddings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946904" y="219456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5609844" y="25146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265" y="268102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38344" y="3337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056632" y="3730752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for search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168896" y="219456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7831836" y="25146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8257" y="268102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0336" y="3337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278624" y="3730752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search fallback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390888" y="219456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25" name="Shape 19"/>
          <p:cNvSpPr/>
          <p:nvPr/>
        </p:nvSpPr>
        <p:spPr>
          <a:xfrm>
            <a:off x="10053828" y="25146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0249" y="2681021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482328" y="3337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500616" y="3730752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application logic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Smart Fallback Rule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design decision in this project.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3566160"/>
          </a:xfrm>
          <a:prstGeom prst="roundRect">
            <a:avLst>
              <a:gd name="adj" fmla="val 2564"/>
            </a:avLst>
          </a:prstGeom>
          <a:solidFill>
            <a:srgbClr val="E8F1F5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14600" y="2240280"/>
            <a:ext cx="1188720" cy="11887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3667" y="2549347"/>
            <a:ext cx="570586" cy="5705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611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Check Files First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41148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is compared against faculty profiles and research papers using similarity search.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0" y="1920240"/>
            <a:ext cx="5120640" cy="3566160"/>
          </a:xfrm>
          <a:prstGeom prst="roundRect">
            <a:avLst>
              <a:gd name="adj" fmla="val 2564"/>
            </a:avLst>
          </a:prstGeom>
          <a:solidFill>
            <a:srgbClr val="FFF4E5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909560" y="2240280"/>
            <a:ext cx="1188720" cy="11887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8627" y="2549347"/>
            <a:ext cx="570586" cy="5705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17920" y="3611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Web Search as Backup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400800" y="41148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nothing relevant is found locally, Tavily searches the live web for an answer.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577840" y="32918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〉〉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I Solved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debugging problems fixed while building this project.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E8F1F5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317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253380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Mismatched Databases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783080" y="258775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and paper data were saved to different, disconnected collections.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196596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E8F1F5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23317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882" y="253380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Distance Measure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360920" y="258775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how ChromaDB measures similarity so real matches are found correctly.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E8F1F5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5196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445404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069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Embeddings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783080" y="4507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Told the AI whether it's storing a document or a question, improving match accuracy.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26480" y="388620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E8F1F5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425196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2882" y="445404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069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File Parsing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60920" y="4507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Rewrote the reader that splits faculty profiles so each professor is read correctly.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065A82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685800"/>
            <a:ext cx="1188720" cy="11887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4027" y="99486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0574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2103120" y="288036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C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working chatbot that answers from real files before ever touching the web</a:t>
            </a:r>
            <a:endParaRPr lang="en-US" sz="15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C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how embeddings, vector search, and AI generation fit together end-to-end</a:t>
            </a:r>
            <a:endParaRPr lang="en-US" sz="15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C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add more subjects, smarter routing, and voice-based interaction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51960" y="4892040"/>
            <a:ext cx="3657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251960" y="50109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Harshvardhan Singh Chouhan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251960" y="5413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24881A05U0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6172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Research Assistant Chatbot</dc:title>
  <dc:subject>PptxGenJS Presentation</dc:subject>
  <dc:creator>Harshvardhan Singh Chouhan</dc:creator>
  <cp:lastModifiedBy>Harshvardhan Singh Chouhan</cp:lastModifiedBy>
  <cp:revision>1</cp:revision>
  <dcterms:created xsi:type="dcterms:W3CDTF">2026-07-05T02:24:37Z</dcterms:created>
  <dcterms:modified xsi:type="dcterms:W3CDTF">2026-07-05T02:24:37Z</dcterms:modified>
</cp:coreProperties>
</file>